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eb0dbc9af5d430f" /><Relationship Type="http://schemas.openxmlformats.org/package/2006/relationships/metadata/core-properties" Target="/docProps/core.xml" Id="Rdba25aacf31a4d46" /><Relationship Type="http://schemas.openxmlformats.org/officeDocument/2006/relationships/extended-properties" Target="/docProps/app.xml" Id="Ra08ce077a22d48ae" /><Relationship Type="http://schemas.openxmlformats.org/officeDocument/2006/relationships/custom-properties" Target="/docProps/custom.xml" Id="R53602f3e9982456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5ad174d4af08476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ad174d4af08476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c9738ef30f48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e990baae34e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645fca3c444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6864441f4e44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5190761f514a0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0a8629c0a7a445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585cfd883454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0" y="0"/>
            <a:ext cx="36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>
                <a:latin typeface="Georgia"/>
                <a:ea typeface="Georgia"/>
              </a:rPr>
              <a:t>Financial Summary</a:t>
            </a:r>
          </a:p>
        </p:txBody>
      </p:sp>
      <p:graphicFrame>
        <p:nvGraphicFramePr>
          <p:cNvPr id="100001" name="Table 1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8229600" cy="74168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OfficeCLI/1.0.125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2026-06-30T13:04:35Z</dcterms:created>
  <cp:lastModifiedBy>OfficeCLI</cp:lastModifiedBy>
  <dcterms:modified xsi:type="dcterms:W3CDTF">2026-06-30T13:04:35Z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1.0.125</vt:lpwstr>
  </op:property>
  <op:property fmtid="{D5CDD505-2E9C-101B-9397-08002B2CF9AE}" pid="3" name="OfficeCLI.LastModified">
    <vt:lpwstr xmlns:vt="http://schemas.openxmlformats.org/officeDocument/2006/docPropsVTypes">2026-06-30T13:05:04Z</vt:lpwstr>
  </op:property>
</op:Properties>
</file>