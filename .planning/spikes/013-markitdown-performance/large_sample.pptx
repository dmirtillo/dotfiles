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0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slides/slide35.xml" ContentType="application/vnd.openxmlformats-officedocument.presentationml.slide+xml"/>
  <Override PartName="/ppt/slides/slide36.xml" ContentType="application/vnd.openxmlformats-officedocument.presentationml.slide+xml"/>
  <Override PartName="/ppt/slides/slide37.xml" ContentType="application/vnd.openxmlformats-officedocument.presentationml.slide+xml"/>
  <Override PartName="/ppt/slides/slide38.xml" ContentType="application/vnd.openxmlformats-officedocument.presentationml.slide+xml"/>
  <Override PartName="/ppt/slides/slide39.xml" ContentType="application/vnd.openxmlformats-officedocument.presentationml.slide+xml"/>
  <Override PartName="/ppt/slides/slide4.xml" ContentType="application/vnd.openxmlformats-officedocument.presentationml.slide+xml"/>
  <Override PartName="/ppt/slides/slide40.xml" ContentType="application/vnd.openxmlformats-officedocument.presentationml.slide+xml"/>
  <Override PartName="/ppt/slides/slide41.xml" ContentType="application/vnd.openxmlformats-officedocument.presentationml.slide+xml"/>
  <Override PartName="/ppt/slides/slide42.xml" ContentType="application/vnd.openxmlformats-officedocument.presentationml.slide+xml"/>
  <Override PartName="/ppt/slides/slide43.xml" ContentType="application/vnd.openxmlformats-officedocument.presentationml.slide+xml"/>
  <Override PartName="/ppt/slides/slide44.xml" ContentType="application/vnd.openxmlformats-officedocument.presentationml.slide+xml"/>
  <Override PartName="/ppt/slides/slide45.xml" ContentType="application/vnd.openxmlformats-officedocument.presentationml.slide+xml"/>
  <Override PartName="/ppt/slides/slide46.xml" ContentType="application/vnd.openxmlformats-officedocument.presentationml.slide+xml"/>
  <Override PartName="/ppt/slides/slide47.xml" ContentType="application/vnd.openxmlformats-officedocument.presentationml.slide+xml"/>
  <Override PartName="/ppt/slides/slide48.xml" ContentType="application/vnd.openxmlformats-officedocument.presentationml.slide+xml"/>
  <Override PartName="/ppt/slides/slide49.xml" ContentType="application/vnd.openxmlformats-officedocument.presentationml.slide+xml"/>
  <Override PartName="/ppt/slides/slide5.xml" ContentType="application/vnd.openxmlformats-officedocument.presentationml.slide+xml"/>
  <Override PartName="/ppt/slides/slide50.xml" ContentType="application/vnd.openxmlformats-officedocument.presentationml.slide+xml"/>
  <Override PartName="/ppt/slides/slide51.xml" ContentType="application/vnd.openxmlformats-officedocument.presentationml.slide+xml"/>
  <Override PartName="/ppt/slides/slide52.xml" ContentType="application/vnd.openxmlformats-officedocument.presentationml.slide+xml"/>
  <Override PartName="/ppt/slides/slide53.xml" ContentType="application/vnd.openxmlformats-officedocument.presentationml.slide+xml"/>
  <Override PartName="/ppt/slides/slide54.xml" ContentType="application/vnd.openxmlformats-officedocument.presentationml.slide+xml"/>
  <Override PartName="/ppt/slides/slide55.xml" ContentType="application/vnd.openxmlformats-officedocument.presentationml.slide+xml"/>
  <Override PartName="/ppt/slides/slide56.xml" ContentType="application/vnd.openxmlformats-officedocument.presentationml.slide+xml"/>
  <Override PartName="/ppt/slides/slide57.xml" ContentType="application/vnd.openxmlformats-officedocument.presentationml.slide+xml"/>
  <Override PartName="/ppt/slides/slide58.xml" ContentType="application/vnd.openxmlformats-officedocument.presentationml.slide+xml"/>
  <Override PartName="/ppt/slides/slide59.xml" ContentType="application/vnd.openxmlformats-officedocument.presentationml.slide+xml"/>
  <Override PartName="/ppt/slides/slide6.xml" ContentType="application/vnd.openxmlformats-officedocument.presentationml.slide+xml"/>
  <Override PartName="/ppt/slides/slide60.xml" ContentType="application/vnd.openxmlformats-officedocument.presentationml.slide+xml"/>
  <Override PartName="/ppt/slides/slide61.xml" ContentType="application/vnd.openxmlformats-officedocument.presentationml.slide+xml"/>
  <Override PartName="/ppt/slides/slide62.xml" ContentType="application/vnd.openxmlformats-officedocument.presentationml.slide+xml"/>
  <Override PartName="/ppt/slides/slide63.xml" ContentType="application/vnd.openxmlformats-officedocument.presentationml.slide+xml"/>
  <Override PartName="/ppt/slides/slide64.xml" ContentType="application/vnd.openxmlformats-officedocument.presentationml.slide+xml"/>
  <Override PartName="/ppt/slides/slide65.xml" ContentType="application/vnd.openxmlformats-officedocument.presentationml.slide+xml"/>
  <Override PartName="/ppt/slides/slide66.xml" ContentType="application/vnd.openxmlformats-officedocument.presentationml.slide+xml"/>
  <Override PartName="/ppt/slides/slide67.xml" ContentType="application/vnd.openxmlformats-officedocument.presentationml.slide+xml"/>
  <Override PartName="/ppt/slides/slide68.xml" ContentType="application/vnd.openxmlformats-officedocument.presentationml.slide+xml"/>
  <Override PartName="/ppt/slides/slide69.xml" ContentType="application/vnd.openxmlformats-officedocument.presentationml.slide+xml"/>
  <Override PartName="/ppt/slides/slide7.xml" ContentType="application/vnd.openxmlformats-officedocument.presentationml.slide+xml"/>
  <Override PartName="/ppt/slides/slide70.xml" ContentType="application/vnd.openxmlformats-officedocument.presentationml.slide+xml"/>
  <Override PartName="/ppt/slides/slide71.xml" ContentType="application/vnd.openxmlformats-officedocument.presentationml.slide+xml"/>
  <Override PartName="/ppt/slides/slide72.xml" ContentType="application/vnd.openxmlformats-officedocument.presentationml.slide+xml"/>
  <Override PartName="/ppt/slides/slide73.xml" ContentType="application/vnd.openxmlformats-officedocument.presentationml.slide+xml"/>
  <Override PartName="/ppt/slides/slide74.xml" ContentType="application/vnd.openxmlformats-officedocument.presentationml.slide+xml"/>
  <Override PartName="/ppt/slides/slide75.xml" ContentType="application/vnd.openxmlformats-officedocument.presentationml.slide+xml"/>
  <Override PartName="/ppt/slides/slide76.xml" ContentType="application/vnd.openxmlformats-officedocument.presentationml.slide+xml"/>
  <Override PartName="/ppt/slides/slide77.xml" ContentType="application/vnd.openxmlformats-officedocument.presentationml.slide+xml"/>
  <Override PartName="/ppt/slides/slide78.xml" ContentType="application/vnd.openxmlformats-officedocument.presentationml.slide+xml"/>
  <Override PartName="/ppt/slides/slide79.xml" ContentType="application/vnd.openxmlformats-officedocument.presentationml.slide+xml"/>
  <Override PartName="/ppt/slides/slide8.xml" ContentType="application/vnd.openxmlformats-officedocument.presentationml.slide+xml"/>
  <Override PartName="/ppt/slides/slide80.xml" ContentType="application/vnd.openxmlformats-officedocument.presentationml.slide+xml"/>
  <Override PartName="/ppt/slides/slide81.xml" ContentType="application/vnd.openxmlformats-officedocument.presentationml.slide+xml"/>
  <Override PartName="/ppt/slides/slide82.xml" ContentType="application/vnd.openxmlformats-officedocument.presentationml.slide+xml"/>
  <Override PartName="/ppt/slides/slide83.xml" ContentType="application/vnd.openxmlformats-officedocument.presentationml.slide+xml"/>
  <Override PartName="/ppt/slides/slide84.xml" ContentType="application/vnd.openxmlformats-officedocument.presentationml.slide+xml"/>
  <Override PartName="/ppt/slides/slide85.xml" ContentType="application/vnd.openxmlformats-officedocument.presentationml.slide+xml"/>
  <Override PartName="/ppt/slides/slide86.xml" ContentType="application/vnd.openxmlformats-officedocument.presentationml.slide+xml"/>
  <Override PartName="/ppt/slides/slide87.xml" ContentType="application/vnd.openxmlformats-officedocument.presentationml.slide+xml"/>
  <Override PartName="/ppt/slides/slide88.xml" ContentType="application/vnd.openxmlformats-officedocument.presentationml.slide+xml"/>
  <Override PartName="/ppt/slides/slide89.xml" ContentType="application/vnd.openxmlformats-officedocument.presentationml.slide+xml"/>
  <Override PartName="/ppt/slides/slide9.xml" ContentType="application/vnd.openxmlformats-officedocument.presentationml.slide+xml"/>
  <Override PartName="/ppt/slides/slide90.xml" ContentType="application/vnd.openxmlformats-officedocument.presentationml.slide+xml"/>
  <Override PartName="/ppt/slides/slide91.xml" ContentType="application/vnd.openxmlformats-officedocument.presentationml.slide+xml"/>
  <Override PartName="/ppt/slides/slide92.xml" ContentType="application/vnd.openxmlformats-officedocument.presentationml.slide+xml"/>
  <Override PartName="/ppt/slides/slide93.xml" ContentType="application/vnd.openxmlformats-officedocument.presentationml.slide+xml"/>
  <Override PartName="/ppt/slides/slide94.xml" ContentType="application/vnd.openxmlformats-officedocument.presentationml.slide+xml"/>
  <Override PartName="/ppt/slides/slide95.xml" ContentType="application/vnd.openxmlformats-officedocument.presentationml.slide+xml"/>
  <Override PartName="/ppt/slides/slide96.xml" ContentType="application/vnd.openxmlformats-officedocument.presentationml.slide+xml"/>
  <Override PartName="/ppt/slides/slide97.xml" ContentType="application/vnd.openxmlformats-officedocument.presentationml.slide+xml"/>
  <Override PartName="/ppt/slides/slide98.xml" ContentType="application/vnd.openxmlformats-officedocument.presentationml.slide+xml"/>
  <Override PartName="/ppt/slides/slide9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  <p:sldId id="268" r:id="rId19"/>
    <p:sldId id="269" r:id="rId20"/>
    <p:sldId id="270" r:id="rId21"/>
    <p:sldId id="271" r:id="rId22"/>
    <p:sldId id="272" r:id="rId23"/>
    <p:sldId id="273" r:id="rId24"/>
    <p:sldId id="274" r:id="rId25"/>
    <p:sldId id="275" r:id="rId26"/>
    <p:sldId id="276" r:id="rId27"/>
    <p:sldId id="277" r:id="rId28"/>
    <p:sldId id="278" r:id="rId29"/>
    <p:sldId id="279" r:id="rId30"/>
    <p:sldId id="280" r:id="rId31"/>
    <p:sldId id="281" r:id="rId32"/>
    <p:sldId id="282" r:id="rId33"/>
    <p:sldId id="283" r:id="rId34"/>
    <p:sldId id="284" r:id="rId35"/>
    <p:sldId id="285" r:id="rId36"/>
    <p:sldId id="286" r:id="rId37"/>
    <p:sldId id="287" r:id="rId38"/>
    <p:sldId id="288" r:id="rId39"/>
    <p:sldId id="289" r:id="rId40"/>
    <p:sldId id="290" r:id="rId41"/>
    <p:sldId id="291" r:id="rId42"/>
    <p:sldId id="292" r:id="rId43"/>
    <p:sldId id="293" r:id="rId44"/>
    <p:sldId id="294" r:id="rId45"/>
    <p:sldId id="295" r:id="rId46"/>
    <p:sldId id="296" r:id="rId47"/>
    <p:sldId id="297" r:id="rId48"/>
    <p:sldId id="298" r:id="rId49"/>
    <p:sldId id="299" r:id="rId50"/>
    <p:sldId id="300" r:id="rId51"/>
    <p:sldId id="301" r:id="rId52"/>
    <p:sldId id="302" r:id="rId53"/>
    <p:sldId id="303" r:id="rId54"/>
    <p:sldId id="304" r:id="rId55"/>
    <p:sldId id="305" r:id="rId56"/>
    <p:sldId id="306" r:id="rId57"/>
    <p:sldId id="307" r:id="rId58"/>
    <p:sldId id="308" r:id="rId59"/>
    <p:sldId id="309" r:id="rId60"/>
    <p:sldId id="310" r:id="rId61"/>
    <p:sldId id="311" r:id="rId62"/>
    <p:sldId id="312" r:id="rId63"/>
    <p:sldId id="313" r:id="rId64"/>
    <p:sldId id="314" r:id="rId65"/>
    <p:sldId id="315" r:id="rId66"/>
    <p:sldId id="316" r:id="rId67"/>
    <p:sldId id="317" r:id="rId68"/>
    <p:sldId id="318" r:id="rId69"/>
    <p:sldId id="319" r:id="rId70"/>
    <p:sldId id="320" r:id="rId71"/>
    <p:sldId id="321" r:id="rId72"/>
    <p:sldId id="322" r:id="rId73"/>
    <p:sldId id="323" r:id="rId74"/>
    <p:sldId id="324" r:id="rId75"/>
    <p:sldId id="325" r:id="rId76"/>
    <p:sldId id="326" r:id="rId77"/>
    <p:sldId id="327" r:id="rId78"/>
    <p:sldId id="328" r:id="rId79"/>
    <p:sldId id="329" r:id="rId80"/>
    <p:sldId id="330" r:id="rId81"/>
    <p:sldId id="331" r:id="rId82"/>
    <p:sldId id="332" r:id="rId83"/>
    <p:sldId id="333" r:id="rId84"/>
    <p:sldId id="334" r:id="rId85"/>
    <p:sldId id="335" r:id="rId86"/>
    <p:sldId id="336" r:id="rId87"/>
    <p:sldId id="337" r:id="rId88"/>
    <p:sldId id="338" r:id="rId89"/>
    <p:sldId id="339" r:id="rId90"/>
    <p:sldId id="340" r:id="rId91"/>
    <p:sldId id="341" r:id="rId92"/>
    <p:sldId id="342" r:id="rId93"/>
    <p:sldId id="343" r:id="rId94"/>
    <p:sldId id="344" r:id="rId95"/>
    <p:sldId id="345" r:id="rId96"/>
    <p:sldId id="346" r:id="rId97"/>
    <p:sldId id="347" r:id="rId98"/>
    <p:sldId id="348" r:id="rId99"/>
    <p:sldId id="349" r:id="rId100"/>
    <p:sldId id="350" r:id="rId101"/>
    <p:sldId id="351" r:id="rId102"/>
    <p:sldId id="352" r:id="rId103"/>
    <p:sldId id="353" r:id="rId104"/>
    <p:sldId id="354" r:id="rId105"/>
    <p:sldId id="355" r:id="rId106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Relationship Id="rId19" Type="http://schemas.openxmlformats.org/officeDocument/2006/relationships/slide" Target="slides/slide13.xml"/><Relationship Id="rId20" Type="http://schemas.openxmlformats.org/officeDocument/2006/relationships/slide" Target="slides/slide14.xml"/><Relationship Id="rId21" Type="http://schemas.openxmlformats.org/officeDocument/2006/relationships/slide" Target="slides/slide15.xml"/><Relationship Id="rId22" Type="http://schemas.openxmlformats.org/officeDocument/2006/relationships/slide" Target="slides/slide16.xml"/><Relationship Id="rId23" Type="http://schemas.openxmlformats.org/officeDocument/2006/relationships/slide" Target="slides/slide17.xml"/><Relationship Id="rId24" Type="http://schemas.openxmlformats.org/officeDocument/2006/relationships/slide" Target="slides/slide18.xml"/><Relationship Id="rId25" Type="http://schemas.openxmlformats.org/officeDocument/2006/relationships/slide" Target="slides/slide19.xml"/><Relationship Id="rId26" Type="http://schemas.openxmlformats.org/officeDocument/2006/relationships/slide" Target="slides/slide20.xml"/><Relationship Id="rId27" Type="http://schemas.openxmlformats.org/officeDocument/2006/relationships/slide" Target="slides/slide21.xml"/><Relationship Id="rId28" Type="http://schemas.openxmlformats.org/officeDocument/2006/relationships/slide" Target="slides/slide22.xml"/><Relationship Id="rId29" Type="http://schemas.openxmlformats.org/officeDocument/2006/relationships/slide" Target="slides/slide23.xml"/><Relationship Id="rId30" Type="http://schemas.openxmlformats.org/officeDocument/2006/relationships/slide" Target="slides/slide24.xml"/><Relationship Id="rId31" Type="http://schemas.openxmlformats.org/officeDocument/2006/relationships/slide" Target="slides/slide25.xml"/><Relationship Id="rId32" Type="http://schemas.openxmlformats.org/officeDocument/2006/relationships/slide" Target="slides/slide26.xml"/><Relationship Id="rId33" Type="http://schemas.openxmlformats.org/officeDocument/2006/relationships/slide" Target="slides/slide27.xml"/><Relationship Id="rId34" Type="http://schemas.openxmlformats.org/officeDocument/2006/relationships/slide" Target="slides/slide28.xml"/><Relationship Id="rId35" Type="http://schemas.openxmlformats.org/officeDocument/2006/relationships/slide" Target="slides/slide29.xml"/><Relationship Id="rId36" Type="http://schemas.openxmlformats.org/officeDocument/2006/relationships/slide" Target="slides/slide30.xml"/><Relationship Id="rId37" Type="http://schemas.openxmlformats.org/officeDocument/2006/relationships/slide" Target="slides/slide31.xml"/><Relationship Id="rId38" Type="http://schemas.openxmlformats.org/officeDocument/2006/relationships/slide" Target="slides/slide32.xml"/><Relationship Id="rId39" Type="http://schemas.openxmlformats.org/officeDocument/2006/relationships/slide" Target="slides/slide33.xml"/><Relationship Id="rId40" Type="http://schemas.openxmlformats.org/officeDocument/2006/relationships/slide" Target="slides/slide34.xml"/><Relationship Id="rId41" Type="http://schemas.openxmlformats.org/officeDocument/2006/relationships/slide" Target="slides/slide35.xml"/><Relationship Id="rId42" Type="http://schemas.openxmlformats.org/officeDocument/2006/relationships/slide" Target="slides/slide36.xml"/><Relationship Id="rId43" Type="http://schemas.openxmlformats.org/officeDocument/2006/relationships/slide" Target="slides/slide37.xml"/><Relationship Id="rId44" Type="http://schemas.openxmlformats.org/officeDocument/2006/relationships/slide" Target="slides/slide38.xml"/><Relationship Id="rId45" Type="http://schemas.openxmlformats.org/officeDocument/2006/relationships/slide" Target="slides/slide39.xml"/><Relationship Id="rId46" Type="http://schemas.openxmlformats.org/officeDocument/2006/relationships/slide" Target="slides/slide40.xml"/><Relationship Id="rId47" Type="http://schemas.openxmlformats.org/officeDocument/2006/relationships/slide" Target="slides/slide41.xml"/><Relationship Id="rId48" Type="http://schemas.openxmlformats.org/officeDocument/2006/relationships/slide" Target="slides/slide42.xml"/><Relationship Id="rId49" Type="http://schemas.openxmlformats.org/officeDocument/2006/relationships/slide" Target="slides/slide43.xml"/><Relationship Id="rId50" Type="http://schemas.openxmlformats.org/officeDocument/2006/relationships/slide" Target="slides/slide44.xml"/><Relationship Id="rId51" Type="http://schemas.openxmlformats.org/officeDocument/2006/relationships/slide" Target="slides/slide45.xml"/><Relationship Id="rId52" Type="http://schemas.openxmlformats.org/officeDocument/2006/relationships/slide" Target="slides/slide46.xml"/><Relationship Id="rId53" Type="http://schemas.openxmlformats.org/officeDocument/2006/relationships/slide" Target="slides/slide47.xml"/><Relationship Id="rId54" Type="http://schemas.openxmlformats.org/officeDocument/2006/relationships/slide" Target="slides/slide48.xml"/><Relationship Id="rId55" Type="http://schemas.openxmlformats.org/officeDocument/2006/relationships/slide" Target="slides/slide49.xml"/><Relationship Id="rId56" Type="http://schemas.openxmlformats.org/officeDocument/2006/relationships/slide" Target="slides/slide50.xml"/><Relationship Id="rId57" Type="http://schemas.openxmlformats.org/officeDocument/2006/relationships/slide" Target="slides/slide51.xml"/><Relationship Id="rId58" Type="http://schemas.openxmlformats.org/officeDocument/2006/relationships/slide" Target="slides/slide52.xml"/><Relationship Id="rId59" Type="http://schemas.openxmlformats.org/officeDocument/2006/relationships/slide" Target="slides/slide53.xml"/><Relationship Id="rId60" Type="http://schemas.openxmlformats.org/officeDocument/2006/relationships/slide" Target="slides/slide54.xml"/><Relationship Id="rId61" Type="http://schemas.openxmlformats.org/officeDocument/2006/relationships/slide" Target="slides/slide55.xml"/><Relationship Id="rId62" Type="http://schemas.openxmlformats.org/officeDocument/2006/relationships/slide" Target="slides/slide56.xml"/><Relationship Id="rId63" Type="http://schemas.openxmlformats.org/officeDocument/2006/relationships/slide" Target="slides/slide57.xml"/><Relationship Id="rId64" Type="http://schemas.openxmlformats.org/officeDocument/2006/relationships/slide" Target="slides/slide58.xml"/><Relationship Id="rId65" Type="http://schemas.openxmlformats.org/officeDocument/2006/relationships/slide" Target="slides/slide59.xml"/><Relationship Id="rId66" Type="http://schemas.openxmlformats.org/officeDocument/2006/relationships/slide" Target="slides/slide60.xml"/><Relationship Id="rId67" Type="http://schemas.openxmlformats.org/officeDocument/2006/relationships/slide" Target="slides/slide61.xml"/><Relationship Id="rId68" Type="http://schemas.openxmlformats.org/officeDocument/2006/relationships/slide" Target="slides/slide62.xml"/><Relationship Id="rId69" Type="http://schemas.openxmlformats.org/officeDocument/2006/relationships/slide" Target="slides/slide63.xml"/><Relationship Id="rId70" Type="http://schemas.openxmlformats.org/officeDocument/2006/relationships/slide" Target="slides/slide64.xml"/><Relationship Id="rId71" Type="http://schemas.openxmlformats.org/officeDocument/2006/relationships/slide" Target="slides/slide65.xml"/><Relationship Id="rId72" Type="http://schemas.openxmlformats.org/officeDocument/2006/relationships/slide" Target="slides/slide66.xml"/><Relationship Id="rId73" Type="http://schemas.openxmlformats.org/officeDocument/2006/relationships/slide" Target="slides/slide67.xml"/><Relationship Id="rId74" Type="http://schemas.openxmlformats.org/officeDocument/2006/relationships/slide" Target="slides/slide68.xml"/><Relationship Id="rId75" Type="http://schemas.openxmlformats.org/officeDocument/2006/relationships/slide" Target="slides/slide69.xml"/><Relationship Id="rId76" Type="http://schemas.openxmlformats.org/officeDocument/2006/relationships/slide" Target="slides/slide70.xml"/><Relationship Id="rId77" Type="http://schemas.openxmlformats.org/officeDocument/2006/relationships/slide" Target="slides/slide71.xml"/><Relationship Id="rId78" Type="http://schemas.openxmlformats.org/officeDocument/2006/relationships/slide" Target="slides/slide72.xml"/><Relationship Id="rId79" Type="http://schemas.openxmlformats.org/officeDocument/2006/relationships/slide" Target="slides/slide73.xml"/><Relationship Id="rId80" Type="http://schemas.openxmlformats.org/officeDocument/2006/relationships/slide" Target="slides/slide74.xml"/><Relationship Id="rId81" Type="http://schemas.openxmlformats.org/officeDocument/2006/relationships/slide" Target="slides/slide75.xml"/><Relationship Id="rId82" Type="http://schemas.openxmlformats.org/officeDocument/2006/relationships/slide" Target="slides/slide76.xml"/><Relationship Id="rId83" Type="http://schemas.openxmlformats.org/officeDocument/2006/relationships/slide" Target="slides/slide77.xml"/><Relationship Id="rId84" Type="http://schemas.openxmlformats.org/officeDocument/2006/relationships/slide" Target="slides/slide78.xml"/><Relationship Id="rId85" Type="http://schemas.openxmlformats.org/officeDocument/2006/relationships/slide" Target="slides/slide79.xml"/><Relationship Id="rId86" Type="http://schemas.openxmlformats.org/officeDocument/2006/relationships/slide" Target="slides/slide80.xml"/><Relationship Id="rId87" Type="http://schemas.openxmlformats.org/officeDocument/2006/relationships/slide" Target="slides/slide81.xml"/><Relationship Id="rId88" Type="http://schemas.openxmlformats.org/officeDocument/2006/relationships/slide" Target="slides/slide82.xml"/><Relationship Id="rId89" Type="http://schemas.openxmlformats.org/officeDocument/2006/relationships/slide" Target="slides/slide83.xml"/><Relationship Id="rId90" Type="http://schemas.openxmlformats.org/officeDocument/2006/relationships/slide" Target="slides/slide84.xml"/><Relationship Id="rId91" Type="http://schemas.openxmlformats.org/officeDocument/2006/relationships/slide" Target="slides/slide85.xml"/><Relationship Id="rId92" Type="http://schemas.openxmlformats.org/officeDocument/2006/relationships/slide" Target="slides/slide86.xml"/><Relationship Id="rId93" Type="http://schemas.openxmlformats.org/officeDocument/2006/relationships/slide" Target="slides/slide87.xml"/><Relationship Id="rId94" Type="http://schemas.openxmlformats.org/officeDocument/2006/relationships/slide" Target="slides/slide88.xml"/><Relationship Id="rId95" Type="http://schemas.openxmlformats.org/officeDocument/2006/relationships/slide" Target="slides/slide89.xml"/><Relationship Id="rId96" Type="http://schemas.openxmlformats.org/officeDocument/2006/relationships/slide" Target="slides/slide90.xml"/><Relationship Id="rId97" Type="http://schemas.openxmlformats.org/officeDocument/2006/relationships/slide" Target="slides/slide91.xml"/><Relationship Id="rId98" Type="http://schemas.openxmlformats.org/officeDocument/2006/relationships/slide" Target="slides/slide92.xml"/><Relationship Id="rId99" Type="http://schemas.openxmlformats.org/officeDocument/2006/relationships/slide" Target="slides/slide93.xml"/><Relationship Id="rId100" Type="http://schemas.openxmlformats.org/officeDocument/2006/relationships/slide" Target="slides/slide94.xml"/><Relationship Id="rId101" Type="http://schemas.openxmlformats.org/officeDocument/2006/relationships/slide" Target="slides/slide95.xml"/><Relationship Id="rId102" Type="http://schemas.openxmlformats.org/officeDocument/2006/relationships/slide" Target="slides/slide96.xml"/><Relationship Id="rId103" Type="http://schemas.openxmlformats.org/officeDocument/2006/relationships/slide" Target="slides/slide97.xml"/><Relationship Id="rId104" Type="http://schemas.openxmlformats.org/officeDocument/2006/relationships/slide" Target="slides/slide98.xml"/><Relationship Id="rId105" Type="http://schemas.openxmlformats.org/officeDocument/2006/relationships/slide" Target="slides/slide99.xml"/><Relationship Id="rId106" Type="http://schemas.openxmlformats.org/officeDocument/2006/relationships/slide" Target="slides/slide100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0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Slide 1 Title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This is the content for slide 1. It has multiple bullet points.</a:t>
            </a:r>
          </a:p>
          <a:p>
            <a:r>
              <a:t>- Point 1</a:t>
            </a:r>
          </a:p>
          <a:p>
            <a:r>
              <a:t>- Point 2</a:t>
            </a:r>
          </a:p>
          <a:p>
            <a:r>
              <a:t>- Point 3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Slide 2 Title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This is the content for slide 2. It has multiple bullet points.</a:t>
            </a:r>
          </a:p>
          <a:p>
            <a:r>
              <a:t>- Point 1</a:t>
            </a:r>
          </a:p>
          <a:p>
            <a:r>
              <a:t>- Point 2</a:t>
            </a:r>
          </a:p>
          <a:p>
            <a:r>
              <a:t>- Point 3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Slide 3 Title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This is the content for slide 3. It has multiple bullet points.</a:t>
            </a:r>
          </a:p>
          <a:p>
            <a:r>
              <a:t>- Point 1</a:t>
            </a:r>
          </a:p>
          <a:p>
            <a:r>
              <a:t>- Point 2</a:t>
            </a:r>
          </a:p>
          <a:p>
            <a:r>
              <a:t>- Point 3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Slide 4 Title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This is the content for slide 4. It has multiple bullet points.</a:t>
            </a:r>
          </a:p>
          <a:p>
            <a:r>
              <a:t>- Point 1</a:t>
            </a:r>
          </a:p>
          <a:p>
            <a:r>
              <a:t>- Point 2</a:t>
            </a:r>
          </a:p>
          <a:p>
            <a:r>
              <a:t>- Point 3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Slide 5 Title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This is the content for slide 5. It has multiple bullet points.</a:t>
            </a:r>
          </a:p>
          <a:p>
            <a:r>
              <a:t>- Point 1</a:t>
            </a:r>
          </a:p>
          <a:p>
            <a:r>
              <a:t>- Point 2</a:t>
            </a:r>
          </a:p>
          <a:p>
            <a:r>
              <a:t>- Point 3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Slide 6 Title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This is the content for slide 6. It has multiple bullet points.</a:t>
            </a:r>
          </a:p>
          <a:p>
            <a:r>
              <a:t>- Point 1</a:t>
            </a:r>
          </a:p>
          <a:p>
            <a:r>
              <a:t>- Point 2</a:t>
            </a:r>
          </a:p>
          <a:p>
            <a:r>
              <a:t>- Point 3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Slide 7 Title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This is the content for slide 7. It has multiple bullet points.</a:t>
            </a:r>
          </a:p>
          <a:p>
            <a:r>
              <a:t>- Point 1</a:t>
            </a:r>
          </a:p>
          <a:p>
            <a:r>
              <a:t>- Point 2</a:t>
            </a:r>
          </a:p>
          <a:p>
            <a:r>
              <a:t>- Point 3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Slide 8 Title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This is the content for slide 8. It has multiple bullet points.</a:t>
            </a:r>
          </a:p>
          <a:p>
            <a:r>
              <a:t>- Point 1</a:t>
            </a:r>
          </a:p>
          <a:p>
            <a:r>
              <a:t>- Point 2</a:t>
            </a:r>
          </a:p>
          <a:p>
            <a:r>
              <a:t>- Point 3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Slide 9 Title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This is the content for slide 9. It has multiple bullet points.</a:t>
            </a:r>
          </a:p>
          <a:p>
            <a:r>
              <a:t>- Point 1</a:t>
            </a:r>
          </a:p>
          <a:p>
            <a:r>
              <a:t>- Point 2</a:t>
            </a:r>
          </a:p>
          <a:p>
            <a:r>
              <a:t>- Point 3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Slide 10 Title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This is the content for slide 10. It has multiple bullet points.</a:t>
            </a:r>
          </a:p>
          <a:p>
            <a:r>
              <a:t>- Point 1</a:t>
            </a:r>
          </a:p>
          <a:p>
            <a:r>
              <a:t>- Point 2</a:t>
            </a:r>
          </a:p>
          <a:p>
            <a:r>
              <a:t>- Point 3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Slide 11 Title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This is the content for slide 11. It has multiple bullet points.</a:t>
            </a:r>
          </a:p>
          <a:p>
            <a:r>
              <a:t>- Point 1</a:t>
            </a:r>
          </a:p>
          <a:p>
            <a:r>
              <a:t>- Point 2</a:t>
            </a:r>
          </a:p>
          <a:p>
            <a:r>
              <a:t>- Point 3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Slide 12 Title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This is the content for slide 12. It has multiple bullet points.</a:t>
            </a:r>
          </a:p>
          <a:p>
            <a:r>
              <a:t>- Point 1</a:t>
            </a:r>
          </a:p>
          <a:p>
            <a:r>
              <a:t>- Point 2</a:t>
            </a:r>
          </a:p>
          <a:p>
            <a:r>
              <a:t>- Point 3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Slide 13 Title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This is the content for slide 13. It has multiple bullet points.</a:t>
            </a:r>
          </a:p>
          <a:p>
            <a:r>
              <a:t>- Point 1</a:t>
            </a:r>
          </a:p>
          <a:p>
            <a:r>
              <a:t>- Point 2</a:t>
            </a:r>
          </a:p>
          <a:p>
            <a:r>
              <a:t>- Point 3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Slide 14 Title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This is the content for slide 14. It has multiple bullet points.</a:t>
            </a:r>
          </a:p>
          <a:p>
            <a:r>
              <a:t>- Point 1</a:t>
            </a:r>
          </a:p>
          <a:p>
            <a:r>
              <a:t>- Point 2</a:t>
            </a:r>
          </a:p>
          <a:p>
            <a:r>
              <a:t>- Point 3</a:t>
            </a: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Slide 15 Title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This is the content for slide 15. It has multiple bullet points.</a:t>
            </a:r>
          </a:p>
          <a:p>
            <a:r>
              <a:t>- Point 1</a:t>
            </a:r>
          </a:p>
          <a:p>
            <a:r>
              <a:t>- Point 2</a:t>
            </a:r>
          </a:p>
          <a:p>
            <a:r>
              <a:t>- Point 3</a:t>
            </a: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Slide 16 Title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This is the content for slide 16. It has multiple bullet points.</a:t>
            </a:r>
          </a:p>
          <a:p>
            <a:r>
              <a:t>- Point 1</a:t>
            </a:r>
          </a:p>
          <a:p>
            <a:r>
              <a:t>- Point 2</a:t>
            </a:r>
          </a:p>
          <a:p>
            <a:r>
              <a:t>- Point 3</a:t>
            </a:r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Slide 17 Title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This is the content for slide 17. It has multiple bullet points.</a:t>
            </a:r>
          </a:p>
          <a:p>
            <a:r>
              <a:t>- Point 1</a:t>
            </a:r>
          </a:p>
          <a:p>
            <a:r>
              <a:t>- Point 2</a:t>
            </a:r>
          </a:p>
          <a:p>
            <a:r>
              <a:t>- Point 3</a:t>
            </a:r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Slide 18 Title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This is the content for slide 18. It has multiple bullet points.</a:t>
            </a:r>
          </a:p>
          <a:p>
            <a:r>
              <a:t>- Point 1</a:t>
            </a:r>
          </a:p>
          <a:p>
            <a:r>
              <a:t>- Point 2</a:t>
            </a:r>
          </a:p>
          <a:p>
            <a:r>
              <a:t>- Point 3</a:t>
            </a:r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Slide 19 Title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This is the content for slide 19. It has multiple bullet points.</a:t>
            </a:r>
          </a:p>
          <a:p>
            <a:r>
              <a:t>- Point 1</a:t>
            </a:r>
          </a:p>
          <a:p>
            <a:r>
              <a:t>- Point 2</a:t>
            </a:r>
          </a:p>
          <a:p>
            <a:r>
              <a:t>- Point 3</a:t>
            </a:r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Slide 20 Title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This is the content for slide 20. It has multiple bullet points.</a:t>
            </a:r>
          </a:p>
          <a:p>
            <a:r>
              <a:t>- Point 1</a:t>
            </a:r>
          </a:p>
          <a:p>
            <a:r>
              <a:t>- Point 2</a:t>
            </a:r>
          </a:p>
          <a:p>
            <a:r>
              <a:t>- Point 3</a:t>
            </a:r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Slide 21 Title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This is the content for slide 21. It has multiple bullet points.</a:t>
            </a:r>
          </a:p>
          <a:p>
            <a:r>
              <a:t>- Point 1</a:t>
            </a:r>
          </a:p>
          <a:p>
            <a:r>
              <a:t>- Point 2</a:t>
            </a:r>
          </a:p>
          <a:p>
            <a:r>
              <a:t>- Point 3</a:t>
            </a:r>
          </a:p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Slide 22 Title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This is the content for slide 22. It has multiple bullet points.</a:t>
            </a:r>
          </a:p>
          <a:p>
            <a:r>
              <a:t>- Point 1</a:t>
            </a:r>
          </a:p>
          <a:p>
            <a:r>
              <a:t>- Point 2</a:t>
            </a:r>
          </a:p>
          <a:p>
            <a:r>
              <a:t>- Point 3</a:t>
            </a:r>
          </a:p>
        </p:txBody>
      </p:sp>
    </p:spTree>
  </p:cSld>
  <p:clrMapOvr>
    <a:masterClrMapping/>
  </p:clrMapOvr>
</p:sld>
</file>

<file path=ppt/slides/slide2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Slide 23 Title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This is the content for slide 23. It has multiple bullet points.</a:t>
            </a:r>
          </a:p>
          <a:p>
            <a:r>
              <a:t>- Point 1</a:t>
            </a:r>
          </a:p>
          <a:p>
            <a:r>
              <a:t>- Point 2</a:t>
            </a:r>
          </a:p>
          <a:p>
            <a:r>
              <a:t>- Point 3</a:t>
            </a:r>
          </a:p>
        </p:txBody>
      </p:sp>
    </p:spTree>
  </p:cSld>
  <p:clrMapOvr>
    <a:masterClrMapping/>
  </p:clrMapOvr>
</p:sld>
</file>

<file path=ppt/slides/slide2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Slide 24 Title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This is the content for slide 24. It has multiple bullet points.</a:t>
            </a:r>
          </a:p>
          <a:p>
            <a:r>
              <a:t>- Point 1</a:t>
            </a:r>
          </a:p>
          <a:p>
            <a:r>
              <a:t>- Point 2</a:t>
            </a:r>
          </a:p>
          <a:p>
            <a:r>
              <a:t>- Point 3</a:t>
            </a:r>
          </a:p>
        </p:txBody>
      </p:sp>
    </p:spTree>
  </p:cSld>
  <p:clrMapOvr>
    <a:masterClrMapping/>
  </p:clrMapOvr>
</p:sld>
</file>

<file path=ppt/slides/slide2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Slide 25 Title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This is the content for slide 25. It has multiple bullet points.</a:t>
            </a:r>
          </a:p>
          <a:p>
            <a:r>
              <a:t>- Point 1</a:t>
            </a:r>
          </a:p>
          <a:p>
            <a:r>
              <a:t>- Point 2</a:t>
            </a:r>
          </a:p>
          <a:p>
            <a:r>
              <a:t>- Point 3</a:t>
            </a:r>
          </a:p>
        </p:txBody>
      </p:sp>
    </p:spTree>
  </p:cSld>
  <p:clrMapOvr>
    <a:masterClrMapping/>
  </p:clrMapOvr>
</p:sld>
</file>

<file path=ppt/slides/slide2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Slide 26 Title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This is the content for slide 26. It has multiple bullet points.</a:t>
            </a:r>
          </a:p>
          <a:p>
            <a:r>
              <a:t>- Point 1</a:t>
            </a:r>
          </a:p>
          <a:p>
            <a:r>
              <a:t>- Point 2</a:t>
            </a:r>
          </a:p>
          <a:p>
            <a:r>
              <a:t>- Point 3</a:t>
            </a:r>
          </a:p>
        </p:txBody>
      </p:sp>
    </p:spTree>
  </p:cSld>
  <p:clrMapOvr>
    <a:masterClrMapping/>
  </p:clrMapOvr>
</p:sld>
</file>

<file path=ppt/slides/slide2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Slide 27 Title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This is the content for slide 27. It has multiple bullet points.</a:t>
            </a:r>
          </a:p>
          <a:p>
            <a:r>
              <a:t>- Point 1</a:t>
            </a:r>
          </a:p>
          <a:p>
            <a:r>
              <a:t>- Point 2</a:t>
            </a:r>
          </a:p>
          <a:p>
            <a:r>
              <a:t>- Point 3</a:t>
            </a:r>
          </a:p>
        </p:txBody>
      </p:sp>
    </p:spTree>
  </p:cSld>
  <p:clrMapOvr>
    <a:masterClrMapping/>
  </p:clrMapOvr>
</p:sld>
</file>

<file path=ppt/slides/slide2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Slide 28 Title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This is the content for slide 28. It has multiple bullet points.</a:t>
            </a:r>
          </a:p>
          <a:p>
            <a:r>
              <a:t>- Point 1</a:t>
            </a:r>
          </a:p>
          <a:p>
            <a:r>
              <a:t>- Point 2</a:t>
            </a:r>
          </a:p>
          <a:p>
            <a:r>
              <a:t>- Point 3</a:t>
            </a:r>
          </a:p>
        </p:txBody>
      </p:sp>
    </p:spTree>
  </p:cSld>
  <p:clrMapOvr>
    <a:masterClrMapping/>
  </p:clrMapOvr>
</p:sld>
</file>

<file path=ppt/slides/slide2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Slide 29 Title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This is the content for slide 29. It has multiple bullet points.</a:t>
            </a:r>
          </a:p>
          <a:p>
            <a:r>
              <a:t>- Point 1</a:t>
            </a:r>
          </a:p>
          <a:p>
            <a:r>
              <a:t>- Point 2</a:t>
            </a:r>
          </a:p>
          <a:p>
            <a:r>
              <a:t>- Point 3</a:t>
            </a:r>
          </a:p>
        </p:txBody>
      </p:sp>
    </p:spTree>
  </p:cSld>
  <p:clrMapOvr>
    <a:masterClrMapping/>
  </p:clrMapOvr>
</p:sld>
</file>

<file path=ppt/slides/slide3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Slide 30 Title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This is the content for slide 30. It has multiple bullet points.</a:t>
            </a:r>
          </a:p>
          <a:p>
            <a:r>
              <a:t>- Point 1</a:t>
            </a:r>
          </a:p>
          <a:p>
            <a:r>
              <a:t>- Point 2</a:t>
            </a:r>
          </a:p>
          <a:p>
            <a:r>
              <a:t>- Point 3</a:t>
            </a:r>
          </a:p>
        </p:txBody>
      </p:sp>
    </p:spTree>
  </p:cSld>
  <p:clrMapOvr>
    <a:masterClrMapping/>
  </p:clrMapOvr>
</p:sld>
</file>

<file path=ppt/slides/slide3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Slide 31 Title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This is the content for slide 31. It has multiple bullet points.</a:t>
            </a:r>
          </a:p>
          <a:p>
            <a:r>
              <a:t>- Point 1</a:t>
            </a:r>
          </a:p>
          <a:p>
            <a:r>
              <a:t>- Point 2</a:t>
            </a:r>
          </a:p>
          <a:p>
            <a:r>
              <a:t>- Point 3</a:t>
            </a:r>
          </a:p>
        </p:txBody>
      </p:sp>
    </p:spTree>
  </p:cSld>
  <p:clrMapOvr>
    <a:masterClrMapping/>
  </p:clrMapOvr>
</p:sld>
</file>

<file path=ppt/slides/slide3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Slide 32 Title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This is the content for slide 32. It has multiple bullet points.</a:t>
            </a:r>
          </a:p>
          <a:p>
            <a:r>
              <a:t>- Point 1</a:t>
            </a:r>
          </a:p>
          <a:p>
            <a:r>
              <a:t>- Point 2</a:t>
            </a:r>
          </a:p>
          <a:p>
            <a:r>
              <a:t>- Point 3</a:t>
            </a:r>
          </a:p>
        </p:txBody>
      </p:sp>
    </p:spTree>
  </p:cSld>
  <p:clrMapOvr>
    <a:masterClrMapping/>
  </p:clrMapOvr>
</p:sld>
</file>

<file path=ppt/slides/slide3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Slide 33 Title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This is the content for slide 33. It has multiple bullet points.</a:t>
            </a:r>
          </a:p>
          <a:p>
            <a:r>
              <a:t>- Point 1</a:t>
            </a:r>
          </a:p>
          <a:p>
            <a:r>
              <a:t>- Point 2</a:t>
            </a:r>
          </a:p>
          <a:p>
            <a:r>
              <a:t>- Point 3</a:t>
            </a:r>
          </a:p>
        </p:txBody>
      </p:sp>
    </p:spTree>
  </p:cSld>
  <p:clrMapOvr>
    <a:masterClrMapping/>
  </p:clrMapOvr>
</p:sld>
</file>

<file path=ppt/slides/slide3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Slide 34 Title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This is the content for slide 34. It has multiple bullet points.</a:t>
            </a:r>
          </a:p>
          <a:p>
            <a:r>
              <a:t>- Point 1</a:t>
            </a:r>
          </a:p>
          <a:p>
            <a:r>
              <a:t>- Point 2</a:t>
            </a:r>
          </a:p>
          <a:p>
            <a:r>
              <a:t>- Point 3</a:t>
            </a:r>
          </a:p>
        </p:txBody>
      </p:sp>
    </p:spTree>
  </p:cSld>
  <p:clrMapOvr>
    <a:masterClrMapping/>
  </p:clrMapOvr>
</p:sld>
</file>

<file path=ppt/slides/slide3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Slide 35 Title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This is the content for slide 35. It has multiple bullet points.</a:t>
            </a:r>
          </a:p>
          <a:p>
            <a:r>
              <a:t>- Point 1</a:t>
            </a:r>
          </a:p>
          <a:p>
            <a:r>
              <a:t>- Point 2</a:t>
            </a:r>
          </a:p>
          <a:p>
            <a:r>
              <a:t>- Point 3</a:t>
            </a:r>
          </a:p>
        </p:txBody>
      </p:sp>
    </p:spTree>
  </p:cSld>
  <p:clrMapOvr>
    <a:masterClrMapping/>
  </p:clrMapOvr>
</p:sld>
</file>

<file path=ppt/slides/slide3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Slide 36 Title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This is the content for slide 36. It has multiple bullet points.</a:t>
            </a:r>
          </a:p>
          <a:p>
            <a:r>
              <a:t>- Point 1</a:t>
            </a:r>
          </a:p>
          <a:p>
            <a:r>
              <a:t>- Point 2</a:t>
            </a:r>
          </a:p>
          <a:p>
            <a:r>
              <a:t>- Point 3</a:t>
            </a:r>
          </a:p>
        </p:txBody>
      </p:sp>
    </p:spTree>
  </p:cSld>
  <p:clrMapOvr>
    <a:masterClrMapping/>
  </p:clrMapOvr>
</p:sld>
</file>

<file path=ppt/slides/slide3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Slide 37 Title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This is the content for slide 37. It has multiple bullet points.</a:t>
            </a:r>
          </a:p>
          <a:p>
            <a:r>
              <a:t>- Point 1</a:t>
            </a:r>
          </a:p>
          <a:p>
            <a:r>
              <a:t>- Point 2</a:t>
            </a:r>
          </a:p>
          <a:p>
            <a:r>
              <a:t>- Point 3</a:t>
            </a:r>
          </a:p>
        </p:txBody>
      </p:sp>
    </p:spTree>
  </p:cSld>
  <p:clrMapOvr>
    <a:masterClrMapping/>
  </p:clrMapOvr>
</p:sld>
</file>

<file path=ppt/slides/slide3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Slide 38 Title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This is the content for slide 38. It has multiple bullet points.</a:t>
            </a:r>
          </a:p>
          <a:p>
            <a:r>
              <a:t>- Point 1</a:t>
            </a:r>
          </a:p>
          <a:p>
            <a:r>
              <a:t>- Point 2</a:t>
            </a:r>
          </a:p>
          <a:p>
            <a:r>
              <a:t>- Point 3</a:t>
            </a:r>
          </a:p>
        </p:txBody>
      </p:sp>
    </p:spTree>
  </p:cSld>
  <p:clrMapOvr>
    <a:masterClrMapping/>
  </p:clrMapOvr>
</p:sld>
</file>

<file path=ppt/slides/slide3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Slide 39 Title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This is the content for slide 39. It has multiple bullet points.</a:t>
            </a:r>
          </a:p>
          <a:p>
            <a:r>
              <a:t>- Point 1</a:t>
            </a:r>
          </a:p>
          <a:p>
            <a:r>
              <a:t>- Point 2</a:t>
            </a:r>
          </a:p>
          <a:p>
            <a:r>
              <a:t>- Point 3</a:t>
            </a:r>
          </a:p>
        </p:txBody>
      </p:sp>
    </p:spTree>
  </p:cSld>
  <p:clrMapOvr>
    <a:masterClrMapping/>
  </p:clrMapOvr>
</p:sld>
</file>

<file path=ppt/slides/slide4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Slide 40 Title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This is the content for slide 40. It has multiple bullet points.</a:t>
            </a:r>
          </a:p>
          <a:p>
            <a:r>
              <a:t>- Point 1</a:t>
            </a:r>
          </a:p>
          <a:p>
            <a:r>
              <a:t>- Point 2</a:t>
            </a:r>
          </a:p>
          <a:p>
            <a:r>
              <a:t>- Point 3</a:t>
            </a:r>
          </a:p>
        </p:txBody>
      </p:sp>
    </p:spTree>
  </p:cSld>
  <p:clrMapOvr>
    <a:masterClrMapping/>
  </p:clrMapOvr>
</p:sld>
</file>

<file path=ppt/slides/slide4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Slide 41 Title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This is the content for slide 41. It has multiple bullet points.</a:t>
            </a:r>
          </a:p>
          <a:p>
            <a:r>
              <a:t>- Point 1</a:t>
            </a:r>
          </a:p>
          <a:p>
            <a:r>
              <a:t>- Point 2</a:t>
            </a:r>
          </a:p>
          <a:p>
            <a:r>
              <a:t>- Point 3</a:t>
            </a:r>
          </a:p>
        </p:txBody>
      </p:sp>
    </p:spTree>
  </p:cSld>
  <p:clrMapOvr>
    <a:masterClrMapping/>
  </p:clrMapOvr>
</p:sld>
</file>

<file path=ppt/slides/slide4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Slide 42 Title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This is the content for slide 42. It has multiple bullet points.</a:t>
            </a:r>
          </a:p>
          <a:p>
            <a:r>
              <a:t>- Point 1</a:t>
            </a:r>
          </a:p>
          <a:p>
            <a:r>
              <a:t>- Point 2</a:t>
            </a:r>
          </a:p>
          <a:p>
            <a:r>
              <a:t>- Point 3</a:t>
            </a:r>
          </a:p>
        </p:txBody>
      </p:sp>
    </p:spTree>
  </p:cSld>
  <p:clrMapOvr>
    <a:masterClrMapping/>
  </p:clrMapOvr>
</p:sld>
</file>

<file path=ppt/slides/slide4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Slide 43 Title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This is the content for slide 43. It has multiple bullet points.</a:t>
            </a:r>
          </a:p>
          <a:p>
            <a:r>
              <a:t>- Point 1</a:t>
            </a:r>
          </a:p>
          <a:p>
            <a:r>
              <a:t>- Point 2</a:t>
            </a:r>
          </a:p>
          <a:p>
            <a:r>
              <a:t>- Point 3</a:t>
            </a:r>
          </a:p>
        </p:txBody>
      </p:sp>
    </p:spTree>
  </p:cSld>
  <p:clrMapOvr>
    <a:masterClrMapping/>
  </p:clrMapOvr>
</p:sld>
</file>

<file path=ppt/slides/slide4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Slide 44 Title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This is the content for slide 44. It has multiple bullet points.</a:t>
            </a:r>
          </a:p>
          <a:p>
            <a:r>
              <a:t>- Point 1</a:t>
            </a:r>
          </a:p>
          <a:p>
            <a:r>
              <a:t>- Point 2</a:t>
            </a:r>
          </a:p>
          <a:p>
            <a:r>
              <a:t>- Point 3</a:t>
            </a:r>
          </a:p>
        </p:txBody>
      </p:sp>
    </p:spTree>
  </p:cSld>
  <p:clrMapOvr>
    <a:masterClrMapping/>
  </p:clrMapOvr>
</p:sld>
</file>

<file path=ppt/slides/slide4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Slide 45 Title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This is the content for slide 45. It has multiple bullet points.</a:t>
            </a:r>
          </a:p>
          <a:p>
            <a:r>
              <a:t>- Point 1</a:t>
            </a:r>
          </a:p>
          <a:p>
            <a:r>
              <a:t>- Point 2</a:t>
            </a:r>
          </a:p>
          <a:p>
            <a:r>
              <a:t>- Point 3</a:t>
            </a:r>
          </a:p>
        </p:txBody>
      </p:sp>
    </p:spTree>
  </p:cSld>
  <p:clrMapOvr>
    <a:masterClrMapping/>
  </p:clrMapOvr>
</p:sld>
</file>

<file path=ppt/slides/slide4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Slide 46 Title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This is the content for slide 46. It has multiple bullet points.</a:t>
            </a:r>
          </a:p>
          <a:p>
            <a:r>
              <a:t>- Point 1</a:t>
            </a:r>
          </a:p>
          <a:p>
            <a:r>
              <a:t>- Point 2</a:t>
            </a:r>
          </a:p>
          <a:p>
            <a:r>
              <a:t>- Point 3</a:t>
            </a:r>
          </a:p>
        </p:txBody>
      </p:sp>
    </p:spTree>
  </p:cSld>
  <p:clrMapOvr>
    <a:masterClrMapping/>
  </p:clrMapOvr>
</p:sld>
</file>

<file path=ppt/slides/slide4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Slide 47 Title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This is the content for slide 47. It has multiple bullet points.</a:t>
            </a:r>
          </a:p>
          <a:p>
            <a:r>
              <a:t>- Point 1</a:t>
            </a:r>
          </a:p>
          <a:p>
            <a:r>
              <a:t>- Point 2</a:t>
            </a:r>
          </a:p>
          <a:p>
            <a:r>
              <a:t>- Point 3</a:t>
            </a:r>
          </a:p>
        </p:txBody>
      </p:sp>
    </p:spTree>
  </p:cSld>
  <p:clrMapOvr>
    <a:masterClrMapping/>
  </p:clrMapOvr>
</p:sld>
</file>

<file path=ppt/slides/slide4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Slide 48 Title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This is the content for slide 48. It has multiple bullet points.</a:t>
            </a:r>
          </a:p>
          <a:p>
            <a:r>
              <a:t>- Point 1</a:t>
            </a:r>
          </a:p>
          <a:p>
            <a:r>
              <a:t>- Point 2</a:t>
            </a:r>
          </a:p>
          <a:p>
            <a:r>
              <a:t>- Point 3</a:t>
            </a:r>
          </a:p>
        </p:txBody>
      </p:sp>
    </p:spTree>
  </p:cSld>
  <p:clrMapOvr>
    <a:masterClrMapping/>
  </p:clrMapOvr>
</p:sld>
</file>

<file path=ppt/slides/slide4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Slide 49 Title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This is the content for slide 49. It has multiple bullet points.</a:t>
            </a:r>
          </a:p>
          <a:p>
            <a:r>
              <a:t>- Point 1</a:t>
            </a:r>
          </a:p>
          <a:p>
            <a:r>
              <a:t>- Point 2</a:t>
            </a:r>
          </a:p>
          <a:p>
            <a:r>
              <a:t>- Point 3</a:t>
            </a:r>
          </a:p>
        </p:txBody>
      </p:sp>
    </p:spTree>
  </p:cSld>
  <p:clrMapOvr>
    <a:masterClrMapping/>
  </p:clrMapOvr>
</p:sld>
</file>

<file path=ppt/slides/slide5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Slide 50 Title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This is the content for slide 50. It has multiple bullet points.</a:t>
            </a:r>
          </a:p>
          <a:p>
            <a:r>
              <a:t>- Point 1</a:t>
            </a:r>
          </a:p>
          <a:p>
            <a:r>
              <a:t>- Point 2</a:t>
            </a:r>
          </a:p>
          <a:p>
            <a:r>
              <a:t>- Point 3</a:t>
            </a:r>
          </a:p>
        </p:txBody>
      </p:sp>
    </p:spTree>
  </p:cSld>
  <p:clrMapOvr>
    <a:masterClrMapping/>
  </p:clrMapOvr>
</p:sld>
</file>

<file path=ppt/slides/slide5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Slide 51 Title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This is the content for slide 51. It has multiple bullet points.</a:t>
            </a:r>
          </a:p>
          <a:p>
            <a:r>
              <a:t>- Point 1</a:t>
            </a:r>
          </a:p>
          <a:p>
            <a:r>
              <a:t>- Point 2</a:t>
            </a:r>
          </a:p>
          <a:p>
            <a:r>
              <a:t>- Point 3</a:t>
            </a:r>
          </a:p>
        </p:txBody>
      </p:sp>
    </p:spTree>
  </p:cSld>
  <p:clrMapOvr>
    <a:masterClrMapping/>
  </p:clrMapOvr>
</p:sld>
</file>

<file path=ppt/slides/slide5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Slide 52 Title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This is the content for slide 52. It has multiple bullet points.</a:t>
            </a:r>
          </a:p>
          <a:p>
            <a:r>
              <a:t>- Point 1</a:t>
            </a:r>
          </a:p>
          <a:p>
            <a:r>
              <a:t>- Point 2</a:t>
            </a:r>
          </a:p>
          <a:p>
            <a:r>
              <a:t>- Point 3</a:t>
            </a:r>
          </a:p>
        </p:txBody>
      </p:sp>
    </p:spTree>
  </p:cSld>
  <p:clrMapOvr>
    <a:masterClrMapping/>
  </p:clrMapOvr>
</p:sld>
</file>

<file path=ppt/slides/slide5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Slide 53 Title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This is the content for slide 53. It has multiple bullet points.</a:t>
            </a:r>
          </a:p>
          <a:p>
            <a:r>
              <a:t>- Point 1</a:t>
            </a:r>
          </a:p>
          <a:p>
            <a:r>
              <a:t>- Point 2</a:t>
            </a:r>
          </a:p>
          <a:p>
            <a:r>
              <a:t>- Point 3</a:t>
            </a:r>
          </a:p>
        </p:txBody>
      </p:sp>
    </p:spTree>
  </p:cSld>
  <p:clrMapOvr>
    <a:masterClrMapping/>
  </p:clrMapOvr>
</p:sld>
</file>

<file path=ppt/slides/slide5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Slide 54 Title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This is the content for slide 54. It has multiple bullet points.</a:t>
            </a:r>
          </a:p>
          <a:p>
            <a:r>
              <a:t>- Point 1</a:t>
            </a:r>
          </a:p>
          <a:p>
            <a:r>
              <a:t>- Point 2</a:t>
            </a:r>
          </a:p>
          <a:p>
            <a:r>
              <a:t>- Point 3</a:t>
            </a:r>
          </a:p>
        </p:txBody>
      </p:sp>
    </p:spTree>
  </p:cSld>
  <p:clrMapOvr>
    <a:masterClrMapping/>
  </p:clrMapOvr>
</p:sld>
</file>

<file path=ppt/slides/slide5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Slide 55 Title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This is the content for slide 55. It has multiple bullet points.</a:t>
            </a:r>
          </a:p>
          <a:p>
            <a:r>
              <a:t>- Point 1</a:t>
            </a:r>
          </a:p>
          <a:p>
            <a:r>
              <a:t>- Point 2</a:t>
            </a:r>
          </a:p>
          <a:p>
            <a:r>
              <a:t>- Point 3</a:t>
            </a:r>
          </a:p>
        </p:txBody>
      </p:sp>
    </p:spTree>
  </p:cSld>
  <p:clrMapOvr>
    <a:masterClrMapping/>
  </p:clrMapOvr>
</p:sld>
</file>

<file path=ppt/slides/slide5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Slide 56 Title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This is the content for slide 56. It has multiple bullet points.</a:t>
            </a:r>
          </a:p>
          <a:p>
            <a:r>
              <a:t>- Point 1</a:t>
            </a:r>
          </a:p>
          <a:p>
            <a:r>
              <a:t>- Point 2</a:t>
            </a:r>
          </a:p>
          <a:p>
            <a:r>
              <a:t>- Point 3</a:t>
            </a:r>
          </a:p>
        </p:txBody>
      </p:sp>
    </p:spTree>
  </p:cSld>
  <p:clrMapOvr>
    <a:masterClrMapping/>
  </p:clrMapOvr>
</p:sld>
</file>

<file path=ppt/slides/slide5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Slide 57 Title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This is the content for slide 57. It has multiple bullet points.</a:t>
            </a:r>
          </a:p>
          <a:p>
            <a:r>
              <a:t>- Point 1</a:t>
            </a:r>
          </a:p>
          <a:p>
            <a:r>
              <a:t>- Point 2</a:t>
            </a:r>
          </a:p>
          <a:p>
            <a:r>
              <a:t>- Point 3</a:t>
            </a:r>
          </a:p>
        </p:txBody>
      </p:sp>
    </p:spTree>
  </p:cSld>
  <p:clrMapOvr>
    <a:masterClrMapping/>
  </p:clrMapOvr>
</p:sld>
</file>

<file path=ppt/slides/slide5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Slide 58 Title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This is the content for slide 58. It has multiple bullet points.</a:t>
            </a:r>
          </a:p>
          <a:p>
            <a:r>
              <a:t>- Point 1</a:t>
            </a:r>
          </a:p>
          <a:p>
            <a:r>
              <a:t>- Point 2</a:t>
            </a:r>
          </a:p>
          <a:p>
            <a:r>
              <a:t>- Point 3</a:t>
            </a:r>
          </a:p>
        </p:txBody>
      </p:sp>
    </p:spTree>
  </p:cSld>
  <p:clrMapOvr>
    <a:masterClrMapping/>
  </p:clrMapOvr>
</p:sld>
</file>

<file path=ppt/slides/slide5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Slide 59 Title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This is the content for slide 59. It has multiple bullet points.</a:t>
            </a:r>
          </a:p>
          <a:p>
            <a:r>
              <a:t>- Point 1</a:t>
            </a:r>
          </a:p>
          <a:p>
            <a:r>
              <a:t>- Point 2</a:t>
            </a:r>
          </a:p>
          <a:p>
            <a:r>
              <a:t>- Point 3</a:t>
            </a:r>
          </a:p>
        </p:txBody>
      </p:sp>
    </p:spTree>
  </p:cSld>
  <p:clrMapOvr>
    <a:masterClrMapping/>
  </p:clrMapOvr>
</p:sld>
</file>

<file path=ppt/slides/slide6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Slide 60 Title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This is the content for slide 60. It has multiple bullet points.</a:t>
            </a:r>
          </a:p>
          <a:p>
            <a:r>
              <a:t>- Point 1</a:t>
            </a:r>
          </a:p>
          <a:p>
            <a:r>
              <a:t>- Point 2</a:t>
            </a:r>
          </a:p>
          <a:p>
            <a:r>
              <a:t>- Point 3</a:t>
            </a:r>
          </a:p>
        </p:txBody>
      </p:sp>
    </p:spTree>
  </p:cSld>
  <p:clrMapOvr>
    <a:masterClrMapping/>
  </p:clrMapOvr>
</p:sld>
</file>

<file path=ppt/slides/slide6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Slide 61 Title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This is the content for slide 61. It has multiple bullet points.</a:t>
            </a:r>
          </a:p>
          <a:p>
            <a:r>
              <a:t>- Point 1</a:t>
            </a:r>
          </a:p>
          <a:p>
            <a:r>
              <a:t>- Point 2</a:t>
            </a:r>
          </a:p>
          <a:p>
            <a:r>
              <a:t>- Point 3</a:t>
            </a:r>
          </a:p>
        </p:txBody>
      </p:sp>
    </p:spTree>
  </p:cSld>
  <p:clrMapOvr>
    <a:masterClrMapping/>
  </p:clrMapOvr>
</p:sld>
</file>

<file path=ppt/slides/slide6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Slide 62 Title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This is the content for slide 62. It has multiple bullet points.</a:t>
            </a:r>
          </a:p>
          <a:p>
            <a:r>
              <a:t>- Point 1</a:t>
            </a:r>
          </a:p>
          <a:p>
            <a:r>
              <a:t>- Point 2</a:t>
            </a:r>
          </a:p>
          <a:p>
            <a:r>
              <a:t>- Point 3</a:t>
            </a:r>
          </a:p>
        </p:txBody>
      </p:sp>
    </p:spTree>
  </p:cSld>
  <p:clrMapOvr>
    <a:masterClrMapping/>
  </p:clrMapOvr>
</p:sld>
</file>

<file path=ppt/slides/slide6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Slide 63 Title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This is the content for slide 63. It has multiple bullet points.</a:t>
            </a:r>
          </a:p>
          <a:p>
            <a:r>
              <a:t>- Point 1</a:t>
            </a:r>
          </a:p>
          <a:p>
            <a:r>
              <a:t>- Point 2</a:t>
            </a:r>
          </a:p>
          <a:p>
            <a:r>
              <a:t>- Point 3</a:t>
            </a:r>
          </a:p>
        </p:txBody>
      </p:sp>
    </p:spTree>
  </p:cSld>
  <p:clrMapOvr>
    <a:masterClrMapping/>
  </p:clrMapOvr>
</p:sld>
</file>

<file path=ppt/slides/slide6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Slide 64 Title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This is the content for slide 64. It has multiple bullet points.</a:t>
            </a:r>
          </a:p>
          <a:p>
            <a:r>
              <a:t>- Point 1</a:t>
            </a:r>
          </a:p>
          <a:p>
            <a:r>
              <a:t>- Point 2</a:t>
            </a:r>
          </a:p>
          <a:p>
            <a:r>
              <a:t>- Point 3</a:t>
            </a:r>
          </a:p>
        </p:txBody>
      </p:sp>
    </p:spTree>
  </p:cSld>
  <p:clrMapOvr>
    <a:masterClrMapping/>
  </p:clrMapOvr>
</p:sld>
</file>

<file path=ppt/slides/slide6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Slide 65 Title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This is the content for slide 65. It has multiple bullet points.</a:t>
            </a:r>
          </a:p>
          <a:p>
            <a:r>
              <a:t>- Point 1</a:t>
            </a:r>
          </a:p>
          <a:p>
            <a:r>
              <a:t>- Point 2</a:t>
            </a:r>
          </a:p>
          <a:p>
            <a:r>
              <a:t>- Point 3</a:t>
            </a:r>
          </a:p>
        </p:txBody>
      </p:sp>
    </p:spTree>
  </p:cSld>
  <p:clrMapOvr>
    <a:masterClrMapping/>
  </p:clrMapOvr>
</p:sld>
</file>

<file path=ppt/slides/slide6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Slide 66 Title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This is the content for slide 66. It has multiple bullet points.</a:t>
            </a:r>
          </a:p>
          <a:p>
            <a:r>
              <a:t>- Point 1</a:t>
            </a:r>
          </a:p>
          <a:p>
            <a:r>
              <a:t>- Point 2</a:t>
            </a:r>
          </a:p>
          <a:p>
            <a:r>
              <a:t>- Point 3</a:t>
            </a:r>
          </a:p>
        </p:txBody>
      </p:sp>
    </p:spTree>
  </p:cSld>
  <p:clrMapOvr>
    <a:masterClrMapping/>
  </p:clrMapOvr>
</p:sld>
</file>

<file path=ppt/slides/slide6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Slide 67 Title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This is the content for slide 67. It has multiple bullet points.</a:t>
            </a:r>
          </a:p>
          <a:p>
            <a:r>
              <a:t>- Point 1</a:t>
            </a:r>
          </a:p>
          <a:p>
            <a:r>
              <a:t>- Point 2</a:t>
            </a:r>
          </a:p>
          <a:p>
            <a:r>
              <a:t>- Point 3</a:t>
            </a:r>
          </a:p>
        </p:txBody>
      </p:sp>
    </p:spTree>
  </p:cSld>
  <p:clrMapOvr>
    <a:masterClrMapping/>
  </p:clrMapOvr>
</p:sld>
</file>

<file path=ppt/slides/slide6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Slide 68 Title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This is the content for slide 68. It has multiple bullet points.</a:t>
            </a:r>
          </a:p>
          <a:p>
            <a:r>
              <a:t>- Point 1</a:t>
            </a:r>
          </a:p>
          <a:p>
            <a:r>
              <a:t>- Point 2</a:t>
            </a:r>
          </a:p>
          <a:p>
            <a:r>
              <a:t>- Point 3</a:t>
            </a:r>
          </a:p>
        </p:txBody>
      </p:sp>
    </p:spTree>
  </p:cSld>
  <p:clrMapOvr>
    <a:masterClrMapping/>
  </p:clrMapOvr>
</p:sld>
</file>

<file path=ppt/slides/slide6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Slide 69 Title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This is the content for slide 69. It has multiple bullet points.</a:t>
            </a:r>
          </a:p>
          <a:p>
            <a:r>
              <a:t>- Point 1</a:t>
            </a:r>
          </a:p>
          <a:p>
            <a:r>
              <a:t>- Point 2</a:t>
            </a:r>
          </a:p>
          <a:p>
            <a:r>
              <a:t>- Point 3</a:t>
            </a:r>
          </a:p>
        </p:txBody>
      </p:sp>
    </p:spTree>
  </p:cSld>
  <p:clrMapOvr>
    <a:masterClrMapping/>
  </p:clrMapOvr>
</p:sld>
</file>

<file path=ppt/slides/slide7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Slide 70 Title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This is the content for slide 70. It has multiple bullet points.</a:t>
            </a:r>
          </a:p>
          <a:p>
            <a:r>
              <a:t>- Point 1</a:t>
            </a:r>
          </a:p>
          <a:p>
            <a:r>
              <a:t>- Point 2</a:t>
            </a:r>
          </a:p>
          <a:p>
            <a:r>
              <a:t>- Point 3</a:t>
            </a:r>
          </a:p>
        </p:txBody>
      </p:sp>
    </p:spTree>
  </p:cSld>
  <p:clrMapOvr>
    <a:masterClrMapping/>
  </p:clrMapOvr>
</p:sld>
</file>

<file path=ppt/slides/slide7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Slide 71 Title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This is the content for slide 71. It has multiple bullet points.</a:t>
            </a:r>
          </a:p>
          <a:p>
            <a:r>
              <a:t>- Point 1</a:t>
            </a:r>
          </a:p>
          <a:p>
            <a:r>
              <a:t>- Point 2</a:t>
            </a:r>
          </a:p>
          <a:p>
            <a:r>
              <a:t>- Point 3</a:t>
            </a:r>
          </a:p>
        </p:txBody>
      </p:sp>
    </p:spTree>
  </p:cSld>
  <p:clrMapOvr>
    <a:masterClrMapping/>
  </p:clrMapOvr>
</p:sld>
</file>

<file path=ppt/slides/slide7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Slide 72 Title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This is the content for slide 72. It has multiple bullet points.</a:t>
            </a:r>
          </a:p>
          <a:p>
            <a:r>
              <a:t>- Point 1</a:t>
            </a:r>
          </a:p>
          <a:p>
            <a:r>
              <a:t>- Point 2</a:t>
            </a:r>
          </a:p>
          <a:p>
            <a:r>
              <a:t>- Point 3</a:t>
            </a:r>
          </a:p>
        </p:txBody>
      </p:sp>
    </p:spTree>
  </p:cSld>
  <p:clrMapOvr>
    <a:masterClrMapping/>
  </p:clrMapOvr>
</p:sld>
</file>

<file path=ppt/slides/slide7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Slide 73 Title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This is the content for slide 73. It has multiple bullet points.</a:t>
            </a:r>
          </a:p>
          <a:p>
            <a:r>
              <a:t>- Point 1</a:t>
            </a:r>
          </a:p>
          <a:p>
            <a:r>
              <a:t>- Point 2</a:t>
            </a:r>
          </a:p>
          <a:p>
            <a:r>
              <a:t>- Point 3</a:t>
            </a:r>
          </a:p>
        </p:txBody>
      </p:sp>
    </p:spTree>
  </p:cSld>
  <p:clrMapOvr>
    <a:masterClrMapping/>
  </p:clrMapOvr>
</p:sld>
</file>

<file path=ppt/slides/slide7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Slide 74 Title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This is the content for slide 74. It has multiple bullet points.</a:t>
            </a:r>
          </a:p>
          <a:p>
            <a:r>
              <a:t>- Point 1</a:t>
            </a:r>
          </a:p>
          <a:p>
            <a:r>
              <a:t>- Point 2</a:t>
            </a:r>
          </a:p>
          <a:p>
            <a:r>
              <a:t>- Point 3</a:t>
            </a:r>
          </a:p>
        </p:txBody>
      </p:sp>
    </p:spTree>
  </p:cSld>
  <p:clrMapOvr>
    <a:masterClrMapping/>
  </p:clrMapOvr>
</p:sld>
</file>

<file path=ppt/slides/slide7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Slide 75 Title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This is the content for slide 75. It has multiple bullet points.</a:t>
            </a:r>
          </a:p>
          <a:p>
            <a:r>
              <a:t>- Point 1</a:t>
            </a:r>
          </a:p>
          <a:p>
            <a:r>
              <a:t>- Point 2</a:t>
            </a:r>
          </a:p>
          <a:p>
            <a:r>
              <a:t>- Point 3</a:t>
            </a:r>
          </a:p>
        </p:txBody>
      </p:sp>
    </p:spTree>
  </p:cSld>
  <p:clrMapOvr>
    <a:masterClrMapping/>
  </p:clrMapOvr>
</p:sld>
</file>

<file path=ppt/slides/slide7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Slide 76 Title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This is the content for slide 76. It has multiple bullet points.</a:t>
            </a:r>
          </a:p>
          <a:p>
            <a:r>
              <a:t>- Point 1</a:t>
            </a:r>
          </a:p>
          <a:p>
            <a:r>
              <a:t>- Point 2</a:t>
            </a:r>
          </a:p>
          <a:p>
            <a:r>
              <a:t>- Point 3</a:t>
            </a:r>
          </a:p>
        </p:txBody>
      </p:sp>
    </p:spTree>
  </p:cSld>
  <p:clrMapOvr>
    <a:masterClrMapping/>
  </p:clrMapOvr>
</p:sld>
</file>

<file path=ppt/slides/slide7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Slide 77 Title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This is the content for slide 77. It has multiple bullet points.</a:t>
            </a:r>
          </a:p>
          <a:p>
            <a:r>
              <a:t>- Point 1</a:t>
            </a:r>
          </a:p>
          <a:p>
            <a:r>
              <a:t>- Point 2</a:t>
            </a:r>
          </a:p>
          <a:p>
            <a:r>
              <a:t>- Point 3</a:t>
            </a:r>
          </a:p>
        </p:txBody>
      </p:sp>
    </p:spTree>
  </p:cSld>
  <p:clrMapOvr>
    <a:masterClrMapping/>
  </p:clrMapOvr>
</p:sld>
</file>

<file path=ppt/slides/slide7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Slide 78 Title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This is the content for slide 78. It has multiple bullet points.</a:t>
            </a:r>
          </a:p>
          <a:p>
            <a:r>
              <a:t>- Point 1</a:t>
            </a:r>
          </a:p>
          <a:p>
            <a:r>
              <a:t>- Point 2</a:t>
            </a:r>
          </a:p>
          <a:p>
            <a:r>
              <a:t>- Point 3</a:t>
            </a:r>
          </a:p>
        </p:txBody>
      </p:sp>
    </p:spTree>
  </p:cSld>
  <p:clrMapOvr>
    <a:masterClrMapping/>
  </p:clrMapOvr>
</p:sld>
</file>

<file path=ppt/slides/slide7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Slide 79 Title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This is the content for slide 79. It has multiple bullet points.</a:t>
            </a:r>
          </a:p>
          <a:p>
            <a:r>
              <a:t>- Point 1</a:t>
            </a:r>
          </a:p>
          <a:p>
            <a:r>
              <a:t>- Point 2</a:t>
            </a:r>
          </a:p>
          <a:p>
            <a:r>
              <a:t>- Point 3</a:t>
            </a:r>
          </a:p>
        </p:txBody>
      </p:sp>
    </p:spTree>
  </p:cSld>
  <p:clrMapOvr>
    <a:masterClrMapping/>
  </p:clrMapOvr>
</p:sld>
</file>

<file path=ppt/slides/slide8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Slide 80 Title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This is the content for slide 80. It has multiple bullet points.</a:t>
            </a:r>
          </a:p>
          <a:p>
            <a:r>
              <a:t>- Point 1</a:t>
            </a:r>
          </a:p>
          <a:p>
            <a:r>
              <a:t>- Point 2</a:t>
            </a:r>
          </a:p>
          <a:p>
            <a:r>
              <a:t>- Point 3</a:t>
            </a:r>
          </a:p>
        </p:txBody>
      </p:sp>
    </p:spTree>
  </p:cSld>
  <p:clrMapOvr>
    <a:masterClrMapping/>
  </p:clrMapOvr>
</p:sld>
</file>

<file path=ppt/slides/slide8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Slide 81 Title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This is the content for slide 81. It has multiple bullet points.</a:t>
            </a:r>
          </a:p>
          <a:p>
            <a:r>
              <a:t>- Point 1</a:t>
            </a:r>
          </a:p>
          <a:p>
            <a:r>
              <a:t>- Point 2</a:t>
            </a:r>
          </a:p>
          <a:p>
            <a:r>
              <a:t>- Point 3</a:t>
            </a:r>
          </a:p>
        </p:txBody>
      </p:sp>
    </p:spTree>
  </p:cSld>
  <p:clrMapOvr>
    <a:masterClrMapping/>
  </p:clrMapOvr>
</p:sld>
</file>

<file path=ppt/slides/slide8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Slide 82 Title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This is the content for slide 82. It has multiple bullet points.</a:t>
            </a:r>
          </a:p>
          <a:p>
            <a:r>
              <a:t>- Point 1</a:t>
            </a:r>
          </a:p>
          <a:p>
            <a:r>
              <a:t>- Point 2</a:t>
            </a:r>
          </a:p>
          <a:p>
            <a:r>
              <a:t>- Point 3</a:t>
            </a:r>
          </a:p>
        </p:txBody>
      </p:sp>
    </p:spTree>
  </p:cSld>
  <p:clrMapOvr>
    <a:masterClrMapping/>
  </p:clrMapOvr>
</p:sld>
</file>

<file path=ppt/slides/slide8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Slide 83 Title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This is the content for slide 83. It has multiple bullet points.</a:t>
            </a:r>
          </a:p>
          <a:p>
            <a:r>
              <a:t>- Point 1</a:t>
            </a:r>
          </a:p>
          <a:p>
            <a:r>
              <a:t>- Point 2</a:t>
            </a:r>
          </a:p>
          <a:p>
            <a:r>
              <a:t>- Point 3</a:t>
            </a:r>
          </a:p>
        </p:txBody>
      </p:sp>
    </p:spTree>
  </p:cSld>
  <p:clrMapOvr>
    <a:masterClrMapping/>
  </p:clrMapOvr>
</p:sld>
</file>

<file path=ppt/slides/slide8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Slide 84 Title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This is the content for slide 84. It has multiple bullet points.</a:t>
            </a:r>
          </a:p>
          <a:p>
            <a:r>
              <a:t>- Point 1</a:t>
            </a:r>
          </a:p>
          <a:p>
            <a:r>
              <a:t>- Point 2</a:t>
            </a:r>
          </a:p>
          <a:p>
            <a:r>
              <a:t>- Point 3</a:t>
            </a:r>
          </a:p>
        </p:txBody>
      </p:sp>
    </p:spTree>
  </p:cSld>
  <p:clrMapOvr>
    <a:masterClrMapping/>
  </p:clrMapOvr>
</p:sld>
</file>

<file path=ppt/slides/slide8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Slide 85 Title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This is the content for slide 85. It has multiple bullet points.</a:t>
            </a:r>
          </a:p>
          <a:p>
            <a:r>
              <a:t>- Point 1</a:t>
            </a:r>
          </a:p>
          <a:p>
            <a:r>
              <a:t>- Point 2</a:t>
            </a:r>
          </a:p>
          <a:p>
            <a:r>
              <a:t>- Point 3</a:t>
            </a:r>
          </a:p>
        </p:txBody>
      </p:sp>
    </p:spTree>
  </p:cSld>
  <p:clrMapOvr>
    <a:masterClrMapping/>
  </p:clrMapOvr>
</p:sld>
</file>

<file path=ppt/slides/slide8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Slide 86 Title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This is the content for slide 86. It has multiple bullet points.</a:t>
            </a:r>
          </a:p>
          <a:p>
            <a:r>
              <a:t>- Point 1</a:t>
            </a:r>
          </a:p>
          <a:p>
            <a:r>
              <a:t>- Point 2</a:t>
            </a:r>
          </a:p>
          <a:p>
            <a:r>
              <a:t>- Point 3</a:t>
            </a:r>
          </a:p>
        </p:txBody>
      </p:sp>
    </p:spTree>
  </p:cSld>
  <p:clrMapOvr>
    <a:masterClrMapping/>
  </p:clrMapOvr>
</p:sld>
</file>

<file path=ppt/slides/slide8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Slide 87 Title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This is the content for slide 87. It has multiple bullet points.</a:t>
            </a:r>
          </a:p>
          <a:p>
            <a:r>
              <a:t>- Point 1</a:t>
            </a:r>
          </a:p>
          <a:p>
            <a:r>
              <a:t>- Point 2</a:t>
            </a:r>
          </a:p>
          <a:p>
            <a:r>
              <a:t>- Point 3</a:t>
            </a:r>
          </a:p>
        </p:txBody>
      </p:sp>
    </p:spTree>
  </p:cSld>
  <p:clrMapOvr>
    <a:masterClrMapping/>
  </p:clrMapOvr>
</p:sld>
</file>

<file path=ppt/slides/slide8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Slide 88 Title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This is the content for slide 88. It has multiple bullet points.</a:t>
            </a:r>
          </a:p>
          <a:p>
            <a:r>
              <a:t>- Point 1</a:t>
            </a:r>
          </a:p>
          <a:p>
            <a:r>
              <a:t>- Point 2</a:t>
            </a:r>
          </a:p>
          <a:p>
            <a:r>
              <a:t>- Point 3</a:t>
            </a:r>
          </a:p>
        </p:txBody>
      </p:sp>
    </p:spTree>
  </p:cSld>
  <p:clrMapOvr>
    <a:masterClrMapping/>
  </p:clrMapOvr>
</p:sld>
</file>

<file path=ppt/slides/slide8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Slide 89 Title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This is the content for slide 89. It has multiple bullet points.</a:t>
            </a:r>
          </a:p>
          <a:p>
            <a:r>
              <a:t>- Point 1</a:t>
            </a:r>
          </a:p>
          <a:p>
            <a:r>
              <a:t>- Point 2</a:t>
            </a:r>
          </a:p>
          <a:p>
            <a:r>
              <a:t>- Point 3</a:t>
            </a:r>
          </a:p>
        </p:txBody>
      </p:sp>
    </p:spTree>
  </p:cSld>
  <p:clrMapOvr>
    <a:masterClrMapping/>
  </p:clrMapOvr>
</p:sld>
</file>

<file path=ppt/slides/slide9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Slide 90 Title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This is the content for slide 90. It has multiple bullet points.</a:t>
            </a:r>
          </a:p>
          <a:p>
            <a:r>
              <a:t>- Point 1</a:t>
            </a:r>
          </a:p>
          <a:p>
            <a:r>
              <a:t>- Point 2</a:t>
            </a:r>
          </a:p>
          <a:p>
            <a:r>
              <a:t>- Point 3</a:t>
            </a:r>
          </a:p>
        </p:txBody>
      </p:sp>
    </p:spTree>
  </p:cSld>
  <p:clrMapOvr>
    <a:masterClrMapping/>
  </p:clrMapOvr>
</p:sld>
</file>

<file path=ppt/slides/slide9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Slide 91 Title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This is the content for slide 91. It has multiple bullet points.</a:t>
            </a:r>
          </a:p>
          <a:p>
            <a:r>
              <a:t>- Point 1</a:t>
            </a:r>
          </a:p>
          <a:p>
            <a:r>
              <a:t>- Point 2</a:t>
            </a:r>
          </a:p>
          <a:p>
            <a:r>
              <a:t>- Point 3</a:t>
            </a:r>
          </a:p>
        </p:txBody>
      </p:sp>
    </p:spTree>
  </p:cSld>
  <p:clrMapOvr>
    <a:masterClrMapping/>
  </p:clrMapOvr>
</p:sld>
</file>

<file path=ppt/slides/slide9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Slide 92 Title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This is the content for slide 92. It has multiple bullet points.</a:t>
            </a:r>
          </a:p>
          <a:p>
            <a:r>
              <a:t>- Point 1</a:t>
            </a:r>
          </a:p>
          <a:p>
            <a:r>
              <a:t>- Point 2</a:t>
            </a:r>
          </a:p>
          <a:p>
            <a:r>
              <a:t>- Point 3</a:t>
            </a:r>
          </a:p>
        </p:txBody>
      </p:sp>
    </p:spTree>
  </p:cSld>
  <p:clrMapOvr>
    <a:masterClrMapping/>
  </p:clrMapOvr>
</p:sld>
</file>

<file path=ppt/slides/slide9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Slide 93 Title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This is the content for slide 93. It has multiple bullet points.</a:t>
            </a:r>
          </a:p>
          <a:p>
            <a:r>
              <a:t>- Point 1</a:t>
            </a:r>
          </a:p>
          <a:p>
            <a:r>
              <a:t>- Point 2</a:t>
            </a:r>
          </a:p>
          <a:p>
            <a:r>
              <a:t>- Point 3</a:t>
            </a:r>
          </a:p>
        </p:txBody>
      </p:sp>
    </p:spTree>
  </p:cSld>
  <p:clrMapOvr>
    <a:masterClrMapping/>
  </p:clrMapOvr>
</p:sld>
</file>

<file path=ppt/slides/slide9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Slide 94 Title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This is the content for slide 94. It has multiple bullet points.</a:t>
            </a:r>
          </a:p>
          <a:p>
            <a:r>
              <a:t>- Point 1</a:t>
            </a:r>
          </a:p>
          <a:p>
            <a:r>
              <a:t>- Point 2</a:t>
            </a:r>
          </a:p>
          <a:p>
            <a:r>
              <a:t>- Point 3</a:t>
            </a:r>
          </a:p>
        </p:txBody>
      </p:sp>
    </p:spTree>
  </p:cSld>
  <p:clrMapOvr>
    <a:masterClrMapping/>
  </p:clrMapOvr>
</p:sld>
</file>

<file path=ppt/slides/slide9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Slide 95 Title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This is the content for slide 95. It has multiple bullet points.</a:t>
            </a:r>
          </a:p>
          <a:p>
            <a:r>
              <a:t>- Point 1</a:t>
            </a:r>
          </a:p>
          <a:p>
            <a:r>
              <a:t>- Point 2</a:t>
            </a:r>
          </a:p>
          <a:p>
            <a:r>
              <a:t>- Point 3</a:t>
            </a:r>
          </a:p>
        </p:txBody>
      </p:sp>
    </p:spTree>
  </p:cSld>
  <p:clrMapOvr>
    <a:masterClrMapping/>
  </p:clrMapOvr>
</p:sld>
</file>

<file path=ppt/slides/slide9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Slide 96 Title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This is the content for slide 96. It has multiple bullet points.</a:t>
            </a:r>
          </a:p>
          <a:p>
            <a:r>
              <a:t>- Point 1</a:t>
            </a:r>
          </a:p>
          <a:p>
            <a:r>
              <a:t>- Point 2</a:t>
            </a:r>
          </a:p>
          <a:p>
            <a:r>
              <a:t>- Point 3</a:t>
            </a:r>
          </a:p>
        </p:txBody>
      </p:sp>
    </p:spTree>
  </p:cSld>
  <p:clrMapOvr>
    <a:masterClrMapping/>
  </p:clrMapOvr>
</p:sld>
</file>

<file path=ppt/slides/slide9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Slide 97 Title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This is the content for slide 97. It has multiple bullet points.</a:t>
            </a:r>
          </a:p>
          <a:p>
            <a:r>
              <a:t>- Point 1</a:t>
            </a:r>
          </a:p>
          <a:p>
            <a:r>
              <a:t>- Point 2</a:t>
            </a:r>
          </a:p>
          <a:p>
            <a:r>
              <a:t>- Point 3</a:t>
            </a:r>
          </a:p>
        </p:txBody>
      </p:sp>
    </p:spTree>
  </p:cSld>
  <p:clrMapOvr>
    <a:masterClrMapping/>
  </p:clrMapOvr>
</p:sld>
</file>

<file path=ppt/slides/slide9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Slide 98 Title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This is the content for slide 98. It has multiple bullet points.</a:t>
            </a:r>
          </a:p>
          <a:p>
            <a:r>
              <a:t>- Point 1</a:t>
            </a:r>
          </a:p>
          <a:p>
            <a:r>
              <a:t>- Point 2</a:t>
            </a:r>
          </a:p>
          <a:p>
            <a:r>
              <a:t>- Point 3</a:t>
            </a:r>
          </a:p>
        </p:txBody>
      </p:sp>
    </p:spTree>
  </p:cSld>
  <p:clrMapOvr>
    <a:masterClrMapping/>
  </p:clrMapOvr>
</p:sld>
</file>

<file path=ppt/slides/slide9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Slide 99 Title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This is the content for slide 99. It has multiple bullet points.</a:t>
            </a:r>
          </a:p>
          <a:p>
            <a:r>
              <a:t>- Point 1</a:t>
            </a:r>
          </a:p>
          <a:p>
            <a:r>
              <a:t>- Point 2</a:t>
            </a:r>
          </a:p>
          <a:p>
            <a:r>
              <a:t>- Point 3</a:t>
            </a:r>
          </a:p>
        </p:txBody>
      </p:sp>
    </p:spTree>
  </p:cSld>
  <p:clrMapOvr>
    <a:masterClrMapping/>
  </p:clrMapOvr>
</p:sld>
</file>

<file path=ppt/slides/slide10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Slide 100 Title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This is the content for slide 100. It has multiple bullet points.</a:t>
            </a:r>
          </a:p>
          <a:p>
            <a:r>
              <a:t>- Point 1</a:t>
            </a:r>
          </a:p>
          <a:p>
            <a:r>
              <a:t>- Point 2</a:t>
            </a:r>
          </a:p>
          <a:p>
            <a:r>
              <a:t>- Point 3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