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f646c398ddd47d4" /><Relationship Type="http://schemas.openxmlformats.org/package/2006/relationships/metadata/core-properties" Target="/docProps/core.xml" Id="R8173137355414718" /><Relationship Type="http://schemas.openxmlformats.org/officeDocument/2006/relationships/extended-properties" Target="/docProps/app.xml" Id="R6f42a7058eab4d52" /><Relationship Type="http://schemas.openxmlformats.org/officeDocument/2006/relationships/custom-properties" Target="/docProps/custom.xml" Id="R0af2d08f871c4be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883575e79784e3a"/>
    <p:sldId id="257" r:id="Re918ddea23e14f18"/>
    <p:sldId id="258" r:id="Rca5798db9ddc4d10"/>
    <p:sldId id="259" r:id="R8a425db5df494058"/>
    <p:sldId id="260" r:id="R5a18502531ff4f7b"/>
    <p:sldId id="261" r:id="R4bdb0cb47104489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883575e79784e3a" /><Relationship Type="http://schemas.openxmlformats.org/officeDocument/2006/relationships/slide" Target="/ppt/slides/slide2.xml" Id="Re918ddea23e14f18" /><Relationship Type="http://schemas.openxmlformats.org/officeDocument/2006/relationships/slide" Target="/ppt/slides/slide3.xml" Id="Rca5798db9ddc4d10" /><Relationship Type="http://schemas.openxmlformats.org/officeDocument/2006/relationships/slide" Target="/ppt/slides/slide4.xml" Id="R8a425db5df494058" /><Relationship Type="http://schemas.openxmlformats.org/officeDocument/2006/relationships/slide" Target="/ppt/slides/slide5.xml" Id="R5a18502531ff4f7b" /><Relationship Type="http://schemas.openxmlformats.org/officeDocument/2006/relationships/slide" Target="/ppt/slides/slide6.xml" Id="R4bdb0cb47104489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c0ccfde1594a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2357d1ae0348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c82b487eab41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6f6f548b4048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96ca37464458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8b7d588db93454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befb529734a3a" /><Relationship Type="http://schemas.openxmlformats.org/officeDocument/2006/relationships/image" Target="/ppt/media/image.png" Id="Rbc2249bcdaa648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f6142179e4107" /><Relationship Type="http://schemas.openxmlformats.org/officeDocument/2006/relationships/image" Target="/ppt/media/image2.png" Id="R3bfcbd249e8e49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40c841bb64ed5" /><Relationship Type="http://schemas.openxmlformats.org/officeDocument/2006/relationships/image" Target="/ppt/media/image3.png" Id="Rc677f8ab1aa842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b892e16e64abf" /><Relationship Type="http://schemas.openxmlformats.org/officeDocument/2006/relationships/image" Target="/ppt/media/image4.png" Id="Ra1f6b2924bd845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8651b55b243a0" /><Relationship Type="http://schemas.openxmlformats.org/officeDocument/2006/relationships/image" Target="/ppt/media/image5.png" Id="R837179327e1444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9778a320848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249bcdaa6488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352800" y="685800"/>
            <a:ext cx="5486400" cy="5486400"/>
          </a:xfrm>
          <a:prstGeom xmlns:a="http://schemas.openxmlformats.org/drawingml/2006/main" prst="rect">
            <a:avLst/>
          </a:prstGeom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cbd249e8e49a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352800" y="685800"/>
            <a:ext cx="5486400" cy="5486400"/>
          </a:xfrm>
          <a:prstGeom xmlns:a="http://schemas.openxmlformats.org/drawingml/2006/main" prst="rect">
            <a:avLst/>
          </a:prstGeom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7f8ab1aa8422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352800" y="685800"/>
            <a:ext cx="5486400" cy="5486400"/>
          </a:xfrm>
          <a:prstGeom xmlns:a="http://schemas.openxmlformats.org/drawingml/2006/main" prst="rect">
            <a:avLst/>
          </a:prstGeom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6b2924bd845d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352800" y="685800"/>
            <a:ext cx="5486400" cy="5486400"/>
          </a:xfrm>
          <a:prstGeom xmlns:a="http://schemas.openxmlformats.org/drawingml/2006/main" prst="rect">
            <a:avLst/>
          </a:prstGeom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179327e1444c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352800" y="685800"/>
            <a:ext cx="5486400" cy="5486400"/>
          </a:xfrm>
          <a:prstGeom xmlns:a="http://schemas.openxmlformats.org/drawingml/2006/main" prst="rect">
            <a:avLst/>
          </a:prstGeom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OfficeCLI/1.0.125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2026-07-06T12:18:38Z</dcterms:created>
  <cp:lastModifiedBy>OfficeCLI</cp:lastModifiedBy>
  <dcterms:modified xsi:type="dcterms:W3CDTF">2026-07-06T12:18:38Z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1.0.125</vt:lpwstr>
  </op:property>
  <op:property fmtid="{D5CDD505-2E9C-101B-9397-08002B2CF9AE}" pid="3" name="OfficeCLI.LastModified">
    <vt:lpwstr xmlns:vt="http://schemas.openxmlformats.org/officeDocument/2006/docPropsVTypes">2026-07-06T12:18:47Z</vt:lpwstr>
  </op:property>
</op:Properties>
</file>