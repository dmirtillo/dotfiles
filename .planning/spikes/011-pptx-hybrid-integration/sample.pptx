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Id1" /><Relationship Type="http://schemas.openxmlformats.org/package/2006/relationships/metadata/thumbnail" Target="docProps/thumbnail.jpeg" Id="rId2" /><Relationship Type="http://schemas.openxmlformats.org/package/2006/relationships/metadata/core-properties" Target="docProps/core.xml" Id="rId3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52ef04351d484fa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modified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 modified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1.0.125</vt:lpwstr>
  </op:property>
  <op:property fmtid="{D5CDD505-2E9C-101B-9397-08002B2CF9AE}" pid="3" name="OfficeCLI.LastModified">
    <vt:lpwstr xmlns:vt="http://schemas.openxmlformats.org/officeDocument/2006/docPropsVTypes">2026-07-01T09:08:06Z</vt:lpwstr>
  </op:property>
</op:Properties>
</file>